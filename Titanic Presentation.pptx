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85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9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5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35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70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878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4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79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6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1515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83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436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26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21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76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380ED-0B3C-483E-BD3E-E4A01BB2E58F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0B48CF2-5E19-4F1B-9FE0-617E6626CA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96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14CCAF-5BDB-B082-3821-5A1F6E76F1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450" y="371475"/>
            <a:ext cx="11068050" cy="5991225"/>
          </a:xfrm>
        </p:spPr>
        <p:txBody>
          <a:bodyPr/>
          <a:lstStyle/>
          <a:p>
            <a:endParaRPr lang="en-US" sz="3200" b="1" dirty="0"/>
          </a:p>
          <a:p>
            <a:endParaRPr lang="en-US" sz="4800" b="1" dirty="0"/>
          </a:p>
          <a:p>
            <a:r>
              <a:rPr lang="en-US" sz="4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Titanic Dataset SQL Analysis Report</a:t>
            </a:r>
            <a:endParaRPr lang="en-US" sz="32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r>
              <a:rPr lang="en-US" sz="3200" i="1" dirty="0">
                <a:latin typeface="Segoe UI Variable Small Semibol" pitchFamily="2" charset="0"/>
              </a:rPr>
              <a:t>Prepared by: Amos Samuel Sunday</a:t>
            </a:r>
          </a:p>
          <a:p>
            <a:r>
              <a:rPr lang="en-US" sz="3200" i="1" dirty="0">
                <a:latin typeface="Segoe UI Variable Small Semibol" pitchFamily="2" charset="0"/>
              </a:rPr>
              <a:t>Tools Used: SQL (SQLite)</a:t>
            </a:r>
          </a:p>
        </p:txBody>
      </p:sp>
    </p:spTree>
    <p:extLst>
      <p:ext uri="{BB962C8B-B14F-4D97-AF65-F5344CB8AC3E}">
        <p14:creationId xmlns:p14="http://schemas.microsoft.com/office/powerpoint/2010/main" val="369626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CDAA-4A1B-CDAC-FE11-E8013EB4F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Project Overview</a:t>
            </a:r>
            <a:br>
              <a:rPr lang="en-US" sz="4000" b="1" dirty="0"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37ABF-9936-A49D-6348-E08D20DE1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Titanic dataset using SQL to uncover survival patterns.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891 passengers with demographic and travel information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79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8F8A0-35A5-DBD8-8B0F-5888CF47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sz="40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Data Preparation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ABED80-EC7A-4FC0-558C-6532CC2805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948272"/>
            <a:ext cx="11058525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values: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→ Replaced with median (28.0)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Embarked → Filled with most common (‘S’)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Cabin → Created binary field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HasCabin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columns cleaned and standardized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42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3D3D-2332-2DE0-86BD-583BD12F8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Survival Analysis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D44FB-64F8-E753-AC8A-629EE2DBD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Overall survival:</a:t>
            </a:r>
            <a:r>
              <a:rPr lang="en-US" dirty="0"/>
              <a:t> ~38.4%</a:t>
            </a:r>
          </a:p>
          <a:p>
            <a:r>
              <a:rPr lang="en-US" b="1" dirty="0"/>
              <a:t>By Gender:</a:t>
            </a:r>
            <a:r>
              <a:rPr lang="en-US" dirty="0"/>
              <a:t> Female ~74%, Male ~19%</a:t>
            </a:r>
          </a:p>
          <a:p>
            <a:r>
              <a:rPr lang="en-US" b="1" dirty="0"/>
              <a:t>By Class:</a:t>
            </a:r>
            <a:r>
              <a:rPr lang="en-US" dirty="0"/>
              <a:t> 1st Class ~63%, 3rd Class ~24%</a:t>
            </a:r>
          </a:p>
          <a:p>
            <a:r>
              <a:rPr lang="en-US" b="1" dirty="0"/>
              <a:t>By Age:</a:t>
            </a:r>
            <a:r>
              <a:rPr lang="en-US" dirty="0"/>
              <a:t> Children had better survival than adults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22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F46F6-1562-8220-5337-12D5AEBEF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Additional Analysis</a:t>
            </a:r>
            <a:endParaRPr lang="en-U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1C86B-1D33-60A3-7641-5037DB6F6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Size: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Passengers with family had better survival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Fare Impact: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1st Class avg fare: $84; 3rd Class: $13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Embarkation Port: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survival at Cherbourg (~55%)</a:t>
            </a:r>
          </a:p>
        </p:txBody>
      </p:sp>
    </p:spTree>
    <p:extLst>
      <p:ext uri="{BB962C8B-B14F-4D97-AF65-F5344CB8AC3E}">
        <p14:creationId xmlns:p14="http://schemas.microsoft.com/office/powerpoint/2010/main" val="2528776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32A3-BAF4-E1DC-6E5F-EBB770B9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Techniques Used &amp; Conclusion</a:t>
            </a:r>
            <a:endParaRPr lang="en-US" sz="40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433D9C-4A50-7F94-A161-CEACF10138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730574"/>
            <a:ext cx="1034343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Features: COALESCE, CASE, AVG, COUNT, derived columns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Survival influenced by gender, class, and 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7418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37</TotalTime>
  <Words>185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Segoe UI Black</vt:lpstr>
      <vt:lpstr>Segoe UI Variable Small Semibol</vt:lpstr>
      <vt:lpstr>Times New Roman</vt:lpstr>
      <vt:lpstr>Trebuchet MS</vt:lpstr>
      <vt:lpstr>Wingdings</vt:lpstr>
      <vt:lpstr>Wingdings 3</vt:lpstr>
      <vt:lpstr>Facet</vt:lpstr>
      <vt:lpstr>PowerPoint Presentation</vt:lpstr>
      <vt:lpstr>Project Overview </vt:lpstr>
      <vt:lpstr>Data Preparation</vt:lpstr>
      <vt:lpstr>Survival Analysis</vt:lpstr>
      <vt:lpstr>Additional Analysis</vt:lpstr>
      <vt:lpstr>Techniques Used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Opeyemi Comfort Oloyade</dc:creator>
  <cp:lastModifiedBy>Opeyemi Comfort Oloyade</cp:lastModifiedBy>
  <cp:revision>1</cp:revision>
  <dcterms:created xsi:type="dcterms:W3CDTF">2025-05-01T01:18:25Z</dcterms:created>
  <dcterms:modified xsi:type="dcterms:W3CDTF">2025-05-01T01:55:52Z</dcterms:modified>
</cp:coreProperties>
</file>